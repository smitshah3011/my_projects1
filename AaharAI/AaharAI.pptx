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6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2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99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731520" cy="514350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-73152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0" b="1" dirty="0">
                <a:solidFill>
                  <a:srgbClr val="16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1958340" y="960120"/>
            <a:ext cx="35737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Aahar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983480" y="960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7200" dirty="0">
              <a:solidFill>
                <a:srgbClr val="F0E6D3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172200" y="11887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 right.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2D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 Indian.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2D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 smart.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72200" y="27432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3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vegetarian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A3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planning built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A3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for India.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5303520" cy="525780"/>
          </a:xfrm>
          <a:prstGeom prst="rect">
            <a:avLst/>
          </a:prstGeom>
          <a:solidFill>
            <a:srgbClr val="1E4030"/>
          </a:solidFill>
          <a:ln w="12700">
            <a:solidFill>
              <a:srgbClr val="1E4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617720"/>
            <a:ext cx="47548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  ·  Groq API  ·  llama-3.3-70b-versatile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21808" y="3858768"/>
            <a:ext cx="694944" cy="694944"/>
          </a:xfrm>
          <a:prstGeom prst="ellipse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04688" y="4041648"/>
            <a:ext cx="329184" cy="329184"/>
          </a:xfrm>
          <a:prstGeom prst="ellipse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5720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0" b="1" dirty="0">
                <a:solidFill>
                  <a:srgbClr val="16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existing diet apps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work for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6858000" cy="841248"/>
          </a:xfrm>
          <a:prstGeom prst="rect">
            <a:avLst/>
          </a:prstGeom>
          <a:solidFill>
            <a:srgbClr val="1C3A2A"/>
          </a:solidFill>
          <a:ln w="10160">
            <a:solidFill>
              <a:srgbClr val="E88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6858000" cy="841248"/>
          </a:xfrm>
          <a:prstGeom prst="rect">
            <a:avLst/>
          </a:prstGeom>
          <a:solidFill>
            <a:srgbClr val="1C3A2A"/>
          </a:solidFill>
          <a:ln w="12700">
            <a:solidFill>
              <a:srgbClr val="1C3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54864" cy="841248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7335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generic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height, weight, age, activity. One number, one plan, zero personalisation.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0" y="2706624"/>
            <a:ext cx="6858000" cy="841248"/>
          </a:xfrm>
          <a:prstGeom prst="rect">
            <a:avLst/>
          </a:prstGeom>
          <a:solidFill>
            <a:srgbClr val="1C3A2A"/>
          </a:solidFill>
          <a:ln w="10160">
            <a:solidFill>
              <a:srgbClr val="C8A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706624"/>
            <a:ext cx="6858000" cy="841248"/>
          </a:xfrm>
          <a:prstGeom prst="rect">
            <a:avLst/>
          </a:prstGeom>
          <a:solidFill>
            <a:srgbClr val="1C3A2A"/>
          </a:solidFill>
          <a:ln w="12700">
            <a:solidFill>
              <a:srgbClr val="1C3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706624"/>
            <a:ext cx="54864" cy="841248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75234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31720" y="2798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for India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31720" y="31363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quinoa and chicken breast. No dal, no roti, no sabzi. Built for the West, not for us.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785616"/>
            <a:ext cx="6858000" cy="841248"/>
          </a:xfrm>
          <a:prstGeom prst="rect">
            <a:avLst/>
          </a:prstGeom>
          <a:solidFill>
            <a:srgbClr val="1C3A2A"/>
          </a:solidFill>
          <a:ln w="10160">
            <a:solidFill>
              <a:srgbClr val="3A70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85616"/>
            <a:ext cx="6858000" cy="841248"/>
          </a:xfrm>
          <a:prstGeom prst="rect">
            <a:avLst/>
          </a:prstGeom>
          <a:solidFill>
            <a:srgbClr val="1C3A2A"/>
          </a:solidFill>
          <a:ln w="12700">
            <a:solidFill>
              <a:srgbClr val="1C3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85616"/>
            <a:ext cx="54864" cy="841248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3133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A7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3877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science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21538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meal ideas with no BMR formula, no TDEE, no macros. Vibes, not nutrition.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F2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AaharAI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Science-backed Indian vegetarian nutrition. Free. Personalised. Yours.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651760" cy="2651760"/>
          </a:xfrm>
          <a:prstGeom prst="ellipse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8163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· BMR · TDEE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in grams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2194560"/>
            <a:ext cx="2651760" cy="2651760"/>
          </a:xfrm>
          <a:prstGeom prst="ellipse">
            <a:avLst/>
          </a:prstGeom>
          <a:solidFill>
            <a:srgbClr val="1E4030"/>
          </a:solidFill>
          <a:ln w="12700">
            <a:solidFill>
              <a:srgbClr val="1E4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8163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7-Day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Meal 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meal, every day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portions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0" y="2194560"/>
            <a:ext cx="2651760" cy="2651760"/>
          </a:xfrm>
          <a:prstGeom prst="ellipse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8163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Ayurvedic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remedies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spices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3493008"/>
            <a:ext cx="1005840" cy="54864"/>
          </a:xfrm>
          <a:prstGeom prst="rect">
            <a:avLst/>
          </a:prstGeom>
          <a:solidFill>
            <a:srgbClr val="E8DCC8"/>
          </a:solidFill>
          <a:ln w="12700">
            <a:solidFill>
              <a:srgbClr val="E8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3493008"/>
            <a:ext cx="1005840" cy="54864"/>
          </a:xfrm>
          <a:prstGeom prst="rect">
            <a:avLst/>
          </a:prstGeom>
          <a:solidFill>
            <a:srgbClr val="E8DCC8"/>
          </a:solidFill>
          <a:ln w="12700">
            <a:solidFill>
              <a:srgbClr val="E8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Streamlit app. One prompt. One complete plan.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5486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949440" y="23774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from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your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plan.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347472"/>
            <a:ext cx="512064" cy="512064"/>
          </a:xfrm>
          <a:prstGeom prst="ellipse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65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859536"/>
            <a:ext cx="109728" cy="402336"/>
          </a:xfrm>
          <a:prstGeom prst="rect">
            <a:avLst/>
          </a:prstGeom>
          <a:solidFill>
            <a:srgbClr val="E8DCC8"/>
          </a:solidFill>
          <a:ln w="12700">
            <a:solidFill>
              <a:srgbClr val="E8DC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40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your details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6583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height · weight · gender · activity · goal · allergies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261872"/>
            <a:ext cx="512064" cy="512064"/>
          </a:xfrm>
          <a:prstGeom prst="ellipse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80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" y="1773936"/>
            <a:ext cx="109728" cy="402336"/>
          </a:xfrm>
          <a:prstGeom prst="rect">
            <a:avLst/>
          </a:prstGeom>
          <a:solidFill>
            <a:srgbClr val="E8DCC8"/>
          </a:solidFill>
          <a:ln w="12700">
            <a:solidFill>
              <a:srgbClr val="E8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runs instantly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BMR via Mifflin-St Jeor, TDEE, macro split — before you click anything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176272"/>
            <a:ext cx="512064" cy="512064"/>
          </a:xfrm>
          <a:prstGeom prst="ellipse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" y="2688336"/>
            <a:ext cx="109728" cy="402336"/>
          </a:xfrm>
          <a:prstGeom prst="rect">
            <a:avLst/>
          </a:prstGeom>
          <a:solidFill>
            <a:srgbClr val="E8DCC8"/>
          </a:solidFill>
          <a:ln w="12700">
            <a:solidFill>
              <a:srgbClr val="E8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2128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your numbers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4871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card + 4 calorie badges render live as you type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090672"/>
            <a:ext cx="512064" cy="512064"/>
          </a:xfrm>
          <a:prstGeom prst="ellipse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" y="3602736"/>
            <a:ext cx="109728" cy="402336"/>
          </a:xfrm>
          <a:prstGeom prst="rect">
            <a:avLst/>
          </a:prstGeom>
          <a:solidFill>
            <a:srgbClr val="E8DCC8"/>
          </a:solidFill>
          <a:ln w="12700">
            <a:solidFill>
              <a:srgbClr val="E8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1272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your plan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401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→ llama-3.3-70b → streams word by word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05072"/>
            <a:ext cx="512064" cy="512064"/>
          </a:xfrm>
          <a:prstGeom prst="ellipse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0416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of Indian meals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315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 rituals to dinner, macro-matched, allergy-aware, region-varied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AaharAI different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7863840" cy="475488"/>
          </a:xfrm>
          <a:prstGeom prst="rect">
            <a:avLst/>
          </a:prstGeom>
          <a:solidFill>
            <a:srgbClr val="1A3528"/>
          </a:solidFill>
          <a:ln w="12700">
            <a:solidFill>
              <a:srgbClr val="1A3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45720" cy="475488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BMI + calorie preview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16002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and renders BMI, TDEE, and macro badges as you type — before hitting Generate.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2157984"/>
            <a:ext cx="6400800" cy="475488"/>
          </a:xfrm>
          <a:prstGeom prst="rect">
            <a:avLst/>
          </a:prstGeom>
          <a:solidFill>
            <a:srgbClr val="1A3528"/>
          </a:solidFill>
          <a:ln w="12700">
            <a:solidFill>
              <a:srgbClr val="1A35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157984"/>
            <a:ext cx="45720" cy="475488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185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 science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218541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BMR formula. Not a rough guess — age, gender, height, weight all factored 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863840" cy="475488"/>
          </a:xfrm>
          <a:prstGeom prst="rect">
            <a:avLst/>
          </a:prstGeom>
          <a:solidFill>
            <a:srgbClr val="1A3528"/>
          </a:solidFill>
          <a:ln w="12700">
            <a:solidFill>
              <a:srgbClr val="1A35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43200"/>
            <a:ext cx="45720" cy="475488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70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streaming response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77063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appear as the model generates them. No blank loading screen, no spinner anxiety.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3328416"/>
            <a:ext cx="6400800" cy="475488"/>
          </a:xfrm>
          <a:prstGeom prst="rect">
            <a:avLst/>
          </a:prstGeom>
          <a:solidFill>
            <a:srgbClr val="1A3528"/>
          </a:solidFill>
          <a:ln w="12700">
            <a:solidFill>
              <a:srgbClr val="1A35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3328416"/>
            <a:ext cx="45720" cy="475488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355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Indian menu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3558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tadka, poha, idli, roti, curd rice, jeera water — not quinoa bowls and protein shakes.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7863840" cy="475488"/>
          </a:xfrm>
          <a:prstGeom prst="rect">
            <a:avLst/>
          </a:prstGeom>
          <a:solidFill>
            <a:srgbClr val="1A3528"/>
          </a:solidFill>
          <a:ln w="12700">
            <a:solidFill>
              <a:srgbClr val="1A35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13632"/>
            <a:ext cx="45720" cy="475488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410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+ medical awareness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11880" y="39410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PCOS, diabetes, high BP, nut allergies — two dedicated fields that shape every meal choice.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4498848"/>
            <a:ext cx="6400800" cy="475488"/>
          </a:xfrm>
          <a:prstGeom prst="rect">
            <a:avLst/>
          </a:prstGeom>
          <a:solidFill>
            <a:srgbClr val="1A3528"/>
          </a:solidFill>
          <a:ln w="12700">
            <a:solidFill>
              <a:srgbClr val="1A35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4498848"/>
            <a:ext cx="45720" cy="475488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Ayurvedic home remedy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45262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with one actionable kitchen-spice tip: ajwain, methi, turmeric milk — specific to your goal.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F2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is anchored to real nutritional science — not guesswork.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315200" cy="4572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276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 equation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10W + 6.25H − 5A + 5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formula (W=kg, H=cm, A=yrs)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10W + 6.25H − 5A − 161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formula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0" y="1627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833872" y="2221992"/>
            <a:ext cx="768096" cy="768096"/>
          </a:xfrm>
          <a:prstGeom prst="ellipse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2221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24414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33872" y="2999232"/>
            <a:ext cx="768096" cy="768096"/>
          </a:xfrm>
          <a:prstGeom prst="ellipse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29992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32186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33872" y="3776472"/>
            <a:ext cx="768096" cy="768096"/>
          </a:xfrm>
          <a:prstGeom prst="ellipse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37764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39959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649724"/>
            <a:ext cx="7315200" cy="265176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40580"/>
            <a:ext cx="6949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TDEE = BMR × activity multiplier  (1.2 sedentary → 1.9 athlete)  ·  Goal adjusts target by ±400–700 kcal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73152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Indian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743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E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"70% of India is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D4E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vegetarian. No AI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D4E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diet tool was built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D4E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natively for them."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347472"/>
            <a:ext cx="45720" cy="82296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3474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rotation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694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3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Indian, South Indian, Maharashtrian meals across the 7 days — not the same dal every day.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99616"/>
            <a:ext cx="45720" cy="82296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99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ingredients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3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Seasonal, local produce. Poha, idli, roti, sabzi — not protein powder and imported superfoods.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45720" cy="822960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rituals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999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3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Jeera water, soaked almonds, turmeric milk — each plan opens with what Indian kitchens actually 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803904"/>
            <a:ext cx="45720" cy="82296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03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Ayurvedic close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4151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3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ends with ajwain, methi, triphala, or another spice remedy matched to your specific goal.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Prompt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a complete scientific brief — not a vague request.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6858000" cy="457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sent to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given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82880" cy="18288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height, weight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35224"/>
            <a:ext cx="182880" cy="18288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98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BMI +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182880" cy="18288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46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level (5 tiers)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182880" cy="18288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calorie adjustment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79392"/>
            <a:ext cx="182880" cy="182880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428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TDEE &amp; target kcal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2487168"/>
            <a:ext cx="182880" cy="182880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/ carb / fat in grams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2935224"/>
            <a:ext cx="182880" cy="182880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898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 &amp; avoidances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3383280"/>
            <a:ext cx="182880" cy="182880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346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3831336"/>
            <a:ext cx="182880" cy="182880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Diet: strict vegetarian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60520" y="4279392"/>
            <a:ext cx="182880" cy="182880"/>
          </a:xfrm>
          <a:prstGeom prst="rect">
            <a:avLst/>
          </a:prstGeom>
          <a:solidFill>
            <a:srgbClr val="3A7055"/>
          </a:solidFill>
          <a:ln w="12700">
            <a:solidFill>
              <a:srgbClr val="3A70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2428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warm, encouraging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663440"/>
            <a:ext cx="8321040" cy="384048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6634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 7-day plan  ·  macro table  ·  hydration tips  ·  foods to avoid  ·  Ayurvedic remedy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F2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78992" cy="438912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92224" y="1115568"/>
            <a:ext cx="1367028" cy="438912"/>
          </a:xfrm>
          <a:prstGeom prst="rect">
            <a:avLst/>
          </a:prstGeom>
          <a:solidFill>
            <a:srgbClr val="1E4030"/>
          </a:solidFill>
          <a:ln w="12700">
            <a:solidFill>
              <a:srgbClr val="1E4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92224" y="1115568"/>
            <a:ext cx="13670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23844" y="1115568"/>
            <a:ext cx="1271016" cy="438912"/>
          </a:xfrm>
          <a:prstGeom prst="rect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3844" y="111556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9452" y="1115568"/>
            <a:ext cx="1751076" cy="438912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9452" y="1115568"/>
            <a:ext cx="17510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115568"/>
            <a:ext cx="1751076" cy="438912"/>
          </a:xfrm>
          <a:prstGeom prst="rect">
            <a:avLst/>
          </a:prstGeom>
          <a:solidFill>
            <a:srgbClr val="D4E8DB"/>
          </a:solidFill>
          <a:ln w="12700">
            <a:solidFill>
              <a:srgbClr val="D4E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115568"/>
            <a:ext cx="17510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664208"/>
            <a:ext cx="8046720" cy="45720"/>
          </a:xfrm>
          <a:prstGeom prst="rect">
            <a:avLst/>
          </a:prstGeom>
          <a:solidFill>
            <a:srgbClr val="E8DCC8"/>
          </a:solidFill>
          <a:ln w="12700">
            <a:solidFill>
              <a:srgbClr val="E8D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20370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 full 2-column interactive UI in pure Python. Number inputs, live BMI card, selectboxes, streaming output area. Zero frontend code.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20370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TTFT on free tier. Native streaming support. Accepts structured multi-part prompts cleanly.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2102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instruction following. Handles a long, structured nutrition prompt (BMI, TDEE, macros, allergies, 7-day format) without hallucinating quantities.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math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2102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 BMR, TDEE multipliers, macro split — computed in Python before the API call. The model receives exact numbers, not raw user inputs.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8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0" b="1" dirty="0">
                <a:solidFill>
                  <a:srgbClr val="0F2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Aahar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0800" dirty="0"/>
          </a:p>
        </p:txBody>
      </p:sp>
      <p:sp>
        <p:nvSpPr>
          <p:cNvPr id="5" name="Shape 3"/>
          <p:cNvSpPr/>
          <p:nvPr/>
        </p:nvSpPr>
        <p:spPr>
          <a:xfrm>
            <a:off x="7498080" y="182880"/>
            <a:ext cx="1645920" cy="1645920"/>
          </a:xfrm>
          <a:prstGeom prst="ellipse">
            <a:avLst/>
          </a:prstGeom>
          <a:solidFill>
            <a:srgbClr val="D4761A"/>
          </a:solidFill>
          <a:ln w="12700">
            <a:solidFill>
              <a:srgbClr val="D47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502920"/>
            <a:ext cx="1005840" cy="1005840"/>
          </a:xfrm>
          <a:prstGeom prst="ellipse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777240"/>
            <a:ext cx="457200" cy="457200"/>
          </a:xfrm>
          <a:prstGeom prst="ellipse">
            <a:avLst/>
          </a:prstGeom>
          <a:solidFill>
            <a:srgbClr val="E8841A"/>
          </a:solidFill>
          <a:ln w="12700">
            <a:solidFill>
              <a:srgbClr val="E88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3580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 right. Eat Indian. Eat smart.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4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diet_app.py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9593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GROQ_API_KEY in .env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99923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3800" dirty="0"/>
          </a:p>
          <a:p>
            <a:pPr marL="0" indent="0" algn="r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you!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817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AaharAI Presentation</dc:title>
  <dc:subject>PptxGenJS Presentation</dc:subject>
  <dc:creator>AaharAI</dc:creator>
  <cp:lastModifiedBy>Admin</cp:lastModifiedBy>
  <cp:revision>3</cp:revision>
  <dcterms:created xsi:type="dcterms:W3CDTF">2026-03-24T04:53:28Z</dcterms:created>
  <dcterms:modified xsi:type="dcterms:W3CDTF">2026-05-14T06:27:17Z</dcterms:modified>
</cp:coreProperties>
</file>